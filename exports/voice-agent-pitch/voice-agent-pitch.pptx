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— AI POWERED VOICE AGENT · pace ~10s
Advance when the point lands — full pitch is ~4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PROBLEM · pace ~20s
Advance when the point lands — full pitch is ~4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SOLUTION · pace ~25s
Advance when the point lands — full pitch is ~4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AGENT, MANY HATS · pace ~20s
Advance when the point lands — full pitch is ~4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CHAPTER — LIVE DEMO · pace ~5s
Advance when the point lands — full pitch is ~4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★ DEMO: THE RECORDED CALL · pace ~115s
Advance when the point lands — full pitch is ~4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★ DEMO: TRY THE APP · pace ~25s
Advance when the point lands — full pitch is ~4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IT WORKS · pace ~25s
Advance when the point lands — full pitch is ~4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BUILT FROM OPEN SOURCE · pace ~20s
Advance when the point lands — full pitch is ~4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BUILD PLAN &amp; TIMELINE · pace ~20s
Advance when the point lands — full pitch is ~4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BUSINESS &amp; IMPACT · pace ~15s
Advance when the point lands — full pitch is ~4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— THE ASK · pace ~10s
Advance when the point lands — full pitch is ~4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z/my-project/tmp/pitch-pptx/slide-01-tit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z/my-project/tmp/pitch-pptx/slide-02-proble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z/my-project/tmp/pitch-pptx/slide-03-solu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z/my-project/tmp/pitch-pptx/slide-04-ha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z/my-project/tmp/pitch-pptx/slide-05-chap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z/my-project/tmp/pitch-pptx/slide-06-li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z/my-project/tmp/pitch-pptx/slide-07-dem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z/my-project/tmp/pitch-pptx/slide-08-h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z/my-project/tmp/pitch-pptx/slide-09-st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z/my-project/tmp/pitch-pptx/slide-10-ti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z/my-project/tmp/pitch-pptx/slide-11-busin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z/my-project/tmp/pitch-pptx/slide-12-clo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DeckForge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Powered Voice Agent — Pitch</dc:title>
  <dc:subject>4-minute idea pitch</dc:subject>
  <dc:creator>DeckForge AI</dc:creator>
  <cp:lastModifiedBy>DeckForge AI</cp:lastModifiedBy>
  <cp:revision>1</cp:revision>
  <dcterms:created xsi:type="dcterms:W3CDTF">2026-10-15T13:39:36Z</dcterms:created>
  <dcterms:modified xsi:type="dcterms:W3CDTF">2026-10-15T13:39:36Z</dcterms:modified>
</cp:coreProperties>
</file>